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4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303520" y="731520"/>
            <a:ext cx="1371600" cy="13716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🗺️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58A6FF"/>
                </a:solidFill>
                <a:latin typeface="Segoe UI"/>
              </a:defRPr>
            </a:pPr>
            <a:r>
              <a:t>MAPS GIS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6EDF3"/>
                </a:solidFill>
                <a:latin typeface="Segoe UI"/>
              </a:defRPr>
            </a:pPr>
            <a:r>
              <a:t>Visor de Mapas y Marcadores — Guía de Usuario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v1.2.2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5029200"/>
            <a:ext cx="1920240" cy="54864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FB950"/>
                </a:solidFill>
                <a:latin typeface="Segoe UI"/>
              </a:defRPr>
            </a:pPr>
            <a:r>
              <a:t>✅ Mapas TIFF/PDF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5029200"/>
            <a:ext cx="1920240" cy="54864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8A6FF"/>
                </a:solidFill>
                <a:latin typeface="Segoe UI"/>
              </a:defRPr>
            </a:pPr>
            <a:r>
              <a:t>✅ Marcadores QC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5029200"/>
            <a:ext cx="1920240" cy="54864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DB6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DB6D28"/>
                </a:solidFill>
                <a:latin typeface="Segoe UI"/>
              </a:defRPr>
            </a:pPr>
            <a:r>
              <a:t>✅ Muestras LSM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59" y="5029200"/>
            <a:ext cx="1920240" cy="54864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A37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A371F7"/>
                </a:solidFill>
                <a:latin typeface="Segoe UI"/>
              </a:defRPr>
            </a:pPr>
            <a:r>
              <a:t>✅ Modo Admin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8A6FF"/>
                </a:solidFill>
                <a:latin typeface="Segoe UI"/>
              </a:defRPr>
            </a:pPr>
            <a:r>
              <a:t>Descripción General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MAPS GIS es una aplicación web progresiva (PWA) para visualizar mapas georreferenciados y registrar puntos de control.</a:t>
            </a:r>
          </a:p>
        </p:txBody>
      </p:sp>
      <p:sp>
        <p:nvSpPr>
          <p:cNvPr id="4" name="Oval 3"/>
          <p:cNvSpPr/>
          <p:nvPr/>
        </p:nvSpPr>
        <p:spPr>
          <a:xfrm>
            <a:off x="1463040" y="2011680"/>
            <a:ext cx="640080" cy="64008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Cargar Mapa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  <a:latin typeface="Segoe UI"/>
              </a:defRPr>
            </a:pPr>
            <a:r>
              <a:t>Sube archivos .TIF, .TIFF o .PDF</a:t>
            </a:r>
            <a:br/>
            <a:r>
              <a:t>de mapas georreferenciados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063240" y="2331720"/>
            <a:ext cx="548640" cy="365760"/>
          </a:xfrm>
          <a:prstGeom prst="rightArrow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343400" y="2011680"/>
            <a:ext cx="640080" cy="64008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834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Modo QC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33832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  <a:latin typeface="Segoe UI"/>
              </a:defRPr>
            </a:pPr>
            <a:r>
              <a:t>Marcadores de Control de Calidad</a:t>
            </a:r>
            <a:br/>
            <a:r>
              <a:t>Libres, sin autenticación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43600" y="2331720"/>
            <a:ext cx="548640" cy="365760"/>
          </a:xfrm>
          <a:prstGeom prst="rightArrow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223760" y="2011680"/>
            <a:ext cx="640080" cy="640080"/>
          </a:xfrm>
          <a:prstGeom prst="ellipse">
            <a:avLst/>
          </a:prstGeom>
          <a:solidFill>
            <a:srgbClr val="DB6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834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Modo LSM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3832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  <a:latin typeface="Segoe UI"/>
              </a:defRPr>
            </a:pPr>
            <a:r>
              <a:t>Muestras de Laboratorio</a:t>
            </a:r>
            <a:br/>
            <a:r>
              <a:t>Requiere Nickname + Contraseña 354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823960" y="2331720"/>
            <a:ext cx="548640" cy="365760"/>
          </a:xfrm>
          <a:prstGeom prst="rightArrow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104120" y="2011680"/>
            <a:ext cx="640080" cy="640080"/>
          </a:xfrm>
          <a:prstGeom prst="ellipse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2834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Sincroniza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338328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  <a:latin typeface="Segoe UI"/>
              </a:defRPr>
            </a:pPr>
            <a:r>
              <a:t>Datos LSM se suben a la nube</a:t>
            </a:r>
            <a:br/>
            <a:r>
              <a:t>cuando hay conexión 4G+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572000"/>
            <a:ext cx="5303520" cy="18288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663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  <a:latin typeface="Segoe UI"/>
              </a:defRPr>
            </a:pPr>
            <a:r>
              <a:t>💾 Almacenamiento Local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12064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Segoe UI"/>
              </a:defRPr>
            </a:pPr>
            <a:r>
              <a:t>• Mapas (TIFF/PDF) → IndexedDB local</a:t>
            </a:r>
            <a:br/>
            <a:r>
              <a:t>• Marcadores QC → localStorage</a:t>
            </a:r>
            <a:br/>
            <a:r>
              <a:t>• Marcadores LSM → localStorage + Supabase</a:t>
            </a:r>
            <a:br/>
            <a:r>
              <a:t>• Fotos → IndexedDB (NO se suben a la nube)</a:t>
            </a:r>
            <a:br/>
            <a:r>
              <a:t>• Listas desplegables → localStorage + Supabase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572000"/>
            <a:ext cx="5303520" cy="18288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DB6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4663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B6D28"/>
                </a:solidFill>
                <a:latin typeface="Segoe UI"/>
              </a:defRPr>
            </a:pPr>
            <a:r>
              <a:t>☁️ Supabase (Nube)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12064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Segoe UI"/>
              </a:defRPr>
            </a:pPr>
            <a:r>
              <a:t>• Tabla lsm_markers: todos los puntos LSM</a:t>
            </a:r>
            <a:br/>
            <a:r>
              <a:t>• Tabla app_config: listas desplegables</a:t>
            </a:r>
            <a:br/>
            <a:r>
              <a:t>• Sincronización híbrida: local primero</a:t>
            </a:r>
            <a:br/>
            <a:r>
              <a:t>• Solo sube cuando hay 4G+</a:t>
            </a:r>
            <a:br/>
            <a:r>
              <a:t>• Admin ve TODOS los puntos desde la 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8A6FF"/>
                </a:solidFill>
                <a:latin typeface="Segoe UI"/>
              </a:defRPr>
            </a:pPr>
            <a:r>
              <a:t>Paso 1: Cargar un Mapa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2926080" cy="5303520"/>
          </a:xfrm>
          <a:prstGeom prst="roundRect">
            <a:avLst/>
          </a:prstGeom>
          <a:solidFill>
            <a:srgbClr val="0D1117"/>
          </a:solidFill>
          <a:ln w="254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56920" y="1214120"/>
            <a:ext cx="2875280" cy="457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2618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  <a:latin typeface="Segoe UI"/>
              </a:defRPr>
            </a:pPr>
            <a:r>
              <a:t>MAPS GIS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828800"/>
            <a:ext cx="2286000" cy="411480"/>
          </a:xfrm>
          <a:prstGeom prst="roundRect">
            <a:avLst/>
          </a:prstGeom>
          <a:solidFill>
            <a:srgbClr val="212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1874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Segoe UI"/>
              </a:defRPr>
            </a:pPr>
            <a:r>
              <a:t>📁  Seleccionar .TIF, .TIFF o .PDF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Mis Mapas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926080"/>
            <a:ext cx="2286000" cy="3657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05840" y="3383280"/>
            <a:ext cx="2286000" cy="3657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05840" y="3840480"/>
            <a:ext cx="2286000" cy="3657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572000" y="1371600"/>
            <a:ext cx="457200" cy="4572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4173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En la pantalla de inicio, toca</a:t>
            </a:r>
            <a:br/>
            <a:r>
              <a:t>"Seleccionar archivo .TIF, .TIFF o .PDF"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0" y="2834640"/>
            <a:ext cx="457200" cy="457200"/>
          </a:xfrm>
          <a:prstGeom prst="ellipse">
            <a:avLst/>
          </a:prstGeom>
          <a:solidFill>
            <a:srgbClr val="DB6D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8803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Si es PDF, se abre el modal de</a:t>
            </a:r>
            <a:br/>
            <a:r>
              <a:t>georreferenciación para ingresar</a:t>
            </a:r>
            <a:br/>
            <a:r>
              <a:t>las coordenadas de las 4 esquinas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0" y="4297680"/>
            <a:ext cx="457200" cy="45720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43434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El mapa se carga y se muestra</a:t>
            </a:r>
            <a:br/>
            <a:r>
              <a:t>en la pantalla del visor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5303520"/>
            <a:ext cx="6858000" cy="731520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54880" y="539496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Segoe UI"/>
              </a:defRPr>
            </a:pPr>
            <a:r>
              <a:t>📄 Formatos soportados: GeoTIFF (.tif, .tiff) con coordenadas embebidas  |  PDF (.pdf) con georreferenciación manual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FB950"/>
                </a:solidFill>
                <a:latin typeface="Segoe UI"/>
              </a:defRPr>
            </a:pPr>
            <a:r>
              <a:t>Paso 2a: Marcadores QC (Control de Calidad)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Segoe UI"/>
              </a:defRPr>
            </a:pPr>
            <a:r>
              <a:t>Los marcadores QC no requieren autenticación. Son libres y se guardan localmente.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926080" cy="5303520"/>
          </a:xfrm>
          <a:prstGeom prst="roundRect">
            <a:avLst/>
          </a:prstGeom>
          <a:solidFill>
            <a:srgbClr val="0D1117"/>
          </a:solidFill>
          <a:ln w="254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82600" y="1671320"/>
            <a:ext cx="2875280" cy="457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Mi Mapa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1719072"/>
            <a:ext cx="457200" cy="274320"/>
          </a:xfrm>
          <a:prstGeom prst="round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QC</a:t>
            </a:r>
          </a:p>
        </p:txBody>
      </p:sp>
      <p:sp>
        <p:nvSpPr>
          <p:cNvPr id="9" name="Oval 8"/>
          <p:cNvSpPr/>
          <p:nvPr/>
        </p:nvSpPr>
        <p:spPr>
          <a:xfrm>
            <a:off x="1188720" y="3017520"/>
            <a:ext cx="320040" cy="320040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10" name="Oval 9"/>
          <p:cNvSpPr/>
          <p:nvPr/>
        </p:nvSpPr>
        <p:spPr>
          <a:xfrm>
            <a:off x="2103120" y="3657600"/>
            <a:ext cx="320040" cy="32004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4389120"/>
            <a:ext cx="320040" cy="32004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Segoe UI"/>
              </a:defRPr>
            </a:pPr>
            <a:r>
              <a:t>Formulario QC: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1920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Nombre *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2194560"/>
            <a:ext cx="3657600" cy="32004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E6EDF3"/>
                </a:solidFill>
                <a:latin typeface="Segoe UI"/>
              </a:defRPr>
            </a:pPr>
            <a:r>
              <a:t>Punto de control A1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697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Descripción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0" y="2971800"/>
            <a:ext cx="3657600" cy="32004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E6EDF3"/>
                </a:solidFill>
                <a:latin typeface="Segoe UI"/>
              </a:defRPr>
            </a:pPr>
            <a:r>
              <a:t>Verificación de niveles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474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Categoría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0" y="3749040"/>
            <a:ext cx="3657600" cy="32004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E6EDF3"/>
                </a:solidFill>
                <a:latin typeface="Segoe UI"/>
              </a:defRPr>
            </a:pPr>
            <a:r>
              <a:t>🔵 🔴 🟢 🟡 🟠 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251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Segoe UI"/>
              </a:defRPr>
            </a:pPr>
            <a:r>
              <a:t>Fotos (max 2)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0" y="4526280"/>
            <a:ext cx="3657600" cy="32004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E6EDF3"/>
                </a:solidFill>
                <a:latin typeface="Segoe UI"/>
              </a:defRPr>
            </a:pPr>
            <a:r>
              <a:t>📷 Tomar o subir foto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4754880"/>
            <a:ext cx="1828800" cy="457200"/>
          </a:xfrm>
          <a:prstGeom prst="round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Guardar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  <a:latin typeface="Segoe UI"/>
              </a:defRPr>
            </a:pPr>
            <a:r>
              <a:t>Flujo QC: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19202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Segoe UI"/>
              </a:defRPr>
            </a:pPr>
            <a:r>
              <a:t>1. Asegúrate de que el modo sea "QC"</a:t>
            </a:r>
            <a:br/>
            <a:r>
              <a:t>   en el header del mapa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56032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Segoe UI"/>
              </a:defRPr>
            </a:pPr>
            <a:r>
              <a:t>2. Toca el botón ➕ "Añadir marcador"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2004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Segoe UI"/>
              </a:defRPr>
            </a:pPr>
            <a:r>
              <a:t>3. Toca el mapa en la ubicación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840479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Segoe UI"/>
              </a:defRPr>
            </a:pPr>
            <a:r>
              <a:t>4. Se abre el formulario QC directamente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4805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Segoe UI"/>
              </a:defRPr>
            </a:pPr>
            <a:r>
              <a:t>5. Llena nombre, descripción,</a:t>
            </a:r>
            <a:br/>
            <a:r>
              <a:t>   categoría y fotos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51206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Segoe UI"/>
              </a:defRPr>
            </a:pPr>
            <a:r>
              <a:t>6. Toca "Guardar" → Marcador guardado</a:t>
            </a:r>
            <a:br/>
            <a:r>
              <a:t>   localmente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58A6FF"/>
                </a:solidFill>
                <a:latin typeface="Segoe UI"/>
              </a:defRPr>
            </a:pPr>
            <a:r>
              <a:t>Exportación y Sincronización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303520" cy="25603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Segoe UI"/>
              </a:defRPr>
            </a:pPr>
            <a:r>
              <a:t>📤 Exportar QC (ZIP)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Segoe UI"/>
              </a:defRPr>
            </a:pPr>
            <a:r>
              <a:t>• Desde el mapa, toca el botón de exportar 📥</a:t>
            </a:r>
            <a:br/>
            <a:r>
              <a:t>• Selecciona rango: "Solo los de hoy" o "Rango de fechas"</a:t>
            </a:r>
            <a:br/>
            <a:r>
              <a:t>• Se genera un archivo .ZIP con:</a:t>
            </a:r>
            <a:br/>
            <a:r>
              <a:t>  📊 Marcadores_QC.xlsx (hoja con: Nombre, Categoría,</a:t>
            </a:r>
            <a:br/>
            <a:r>
              <a:t>     Descripción, Norte, Este, Latitud, Longitud, Fecha)</a:t>
            </a:r>
            <a:br/>
            <a:r>
              <a:t>  📷 Carpeta "fotos" con las imágenes</a:t>
            </a:r>
            <a:br/>
            <a:r>
              <a:t>• Los marcadores QC NUNCA se suben a Supabase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188720"/>
            <a:ext cx="5303520" cy="25603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DB6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B6D28"/>
                </a:solidFill>
                <a:latin typeface="Segoe UI"/>
              </a:defRPr>
            </a:pPr>
            <a:r>
              <a:t>📤 Exportar LSM (ZIP)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73736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Segoe UI"/>
              </a:defRPr>
            </a:pPr>
            <a:r>
              <a:t>• Mismo flujo que QC, pero incluye 2 hojas:</a:t>
            </a:r>
            <a:br/>
            <a:r>
              <a:t>  📊 Hoja "Marcadores_QC": columnas originales</a:t>
            </a:r>
            <a:br/>
            <a:r>
              <a:t>  📊 Hoja "Marcadores_LSM": todas las columnas LSM</a:t>
            </a:r>
            <a:br/>
            <a:r>
              <a:t>     (Tipo Muestra, Proyecto, Ensayos, etc.)</a:t>
            </a:r>
            <a:br/>
            <a:r>
              <a:t>• Los marcadores LSM se suben a Supabase</a:t>
            </a:r>
            <a:br/>
            <a:r>
              <a:t>  automáticamente cuando hay 4G+</a:t>
            </a:r>
            <a:br/>
            <a:r>
              <a:t>• Si no hay conexión, quedan pendientes</a:t>
            </a:r>
            <a:br/>
            <a:r>
              <a:t>  y se suben al recuperar conexión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023360"/>
            <a:ext cx="11247120" cy="2286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A37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371F7"/>
                </a:solidFill>
                <a:latin typeface="Segoe UI"/>
              </a:defRPr>
            </a:pPr>
            <a:r>
              <a:t>📤 Exportar desde Modo Admin (Excel)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634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Segoe UI"/>
              </a:defRPr>
            </a:pPr>
            <a:r>
              <a:t>• Desde Configuración → Admin</a:t>
            </a:r>
            <a:br/>
            <a:r>
              <a:t>• Toca "Exportar" para generar un Excel</a:t>
            </a:r>
            <a:br/>
            <a:r>
              <a:t>  con TODOS los datos LSM de todos los usuarios</a:t>
            </a:r>
            <a:br/>
            <a:r>
              <a:t>• Incluye: Nickname, Fecha, todos los campos</a:t>
            </a:r>
            <a:br/>
            <a:r>
              <a:t>  LSM, coordenadas y ensayos</a:t>
            </a:r>
            <a:br/>
            <a:r>
              <a:t>• NO incluye fotos (solo datos)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466344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Segoe UI"/>
              </a:defRPr>
            </a:pPr>
            <a:r>
              <a:t>• Columnas del Excel Admin:</a:t>
            </a:r>
            <a:br/>
            <a:r>
              <a:t>  Nickname, Nombre_Muestra, Tipo_Muestra,</a:t>
            </a:r>
            <a:br/>
            <a:r>
              <a:t>  Nombre_Proyecto, Solicitante, Estructura_Depósito,</a:t>
            </a:r>
            <a:br/>
            <a:r>
              <a:t>  Subestructuras, Categoría, Tipo_Material,</a:t>
            </a:r>
            <a:br/>
            <a:r>
              <a:t>  Proveniencia, Localización, Fuente, Ensayos,</a:t>
            </a:r>
            <a:br/>
            <a:r>
              <a:t>  Norte, Este, Latitud, Longitud, Fecha_Hora</a:t>
            </a:r>
            <a:br/>
            <a:r>
              <a:t>• Se puede filtrar por Nickname antes de exportar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58A6FF"/>
                </a:solidFill>
                <a:latin typeface="Segoe UI"/>
              </a:defRPr>
            </a:pPr>
            <a:r>
              <a:t>Resumen del Flujo de Trabajo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691640" cy="2286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8A6FF"/>
                </a:solidFill>
                <a:latin typeface="Segoe UI"/>
              </a:defRPr>
            </a:pPr>
            <a:r>
              <a:t>🏠 Home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1508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6EDF3"/>
                </a:solidFill>
                <a:latin typeface="Segoe UI"/>
              </a:defRPr>
            </a:pPr>
            <a:r>
              <a:t>Cargar mapa</a:t>
            </a:r>
            <a:br/>
            <a:r>
              <a:t>⚙️ Config listas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23160" y="2560320"/>
            <a:ext cx="228600" cy="274320"/>
          </a:xfrm>
          <a:prstGeom prst="rightArrow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606039" y="1645920"/>
            <a:ext cx="1691640" cy="2286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97479" y="178308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FB950"/>
                </a:solidFill>
                <a:latin typeface="Segoe UI"/>
              </a:defRPr>
            </a:pPr>
            <a:r>
              <a:t>🗺️ Mapa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79" y="2240280"/>
            <a:ext cx="1508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6EDF3"/>
                </a:solidFill>
                <a:latin typeface="Segoe UI"/>
              </a:defRPr>
            </a:pPr>
            <a:r>
              <a:t>Modo QC o LSM</a:t>
            </a:r>
            <a:br/>
            <a:r>
              <a:t>Seleccionado en header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297679" y="2560320"/>
            <a:ext cx="228600" cy="274320"/>
          </a:xfrm>
          <a:prstGeom prst="rightArrow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480559" y="1645920"/>
            <a:ext cx="1691640" cy="228600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1999" y="178308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FB950"/>
                </a:solidFill>
                <a:latin typeface="Segoe UI"/>
              </a:defRPr>
            </a:pPr>
            <a:r>
              <a:t>📍 QC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2240280"/>
            <a:ext cx="1508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6EDF3"/>
                </a:solidFill>
                <a:latin typeface="Segoe UI"/>
              </a:defRPr>
            </a:pPr>
            <a:r>
              <a:t>Sin login</a:t>
            </a:r>
            <a:br/>
            <a:r>
              <a:t>Formulario libre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172199" y="2560320"/>
            <a:ext cx="228600" cy="274320"/>
          </a:xfrm>
          <a:prstGeom prst="rightArrow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017520" y="4526280"/>
            <a:ext cx="8503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Segoe UI"/>
              </a:defRPr>
            </a:pPr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640080" y="48006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8A6FF"/>
                </a:solidFill>
                <a:latin typeface="Segoe UI"/>
              </a:defRPr>
            </a:pPr>
            <a:r>
              <a:t>💾 Almacenamiento: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4800600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Segoe UI"/>
              </a:defRPr>
            </a:pPr>
            <a:r>
              <a:t>Local primero, Supabase cuando hay 4G+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3492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8A6FF"/>
                </a:solidFill>
                <a:latin typeface="Segoe UI"/>
              </a:defRPr>
            </a:pPr>
            <a:r>
              <a:t>📷 Fotos: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5349240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Segoe UI"/>
              </a:defRPr>
            </a:pPr>
            <a:r>
              <a:t>Solo locales (NO se suben a la nube)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6235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8A6FF"/>
                </a:solidFill>
                <a:latin typeface="Segoe UI"/>
              </a:defRPr>
            </a:pPr>
            <a:r>
              <a:t>🔄 Autofill LSM: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5623560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Segoe UI"/>
              </a:defRPr>
            </a:pPr>
            <a:r>
              <a:t>Recuerda últimos valores (excepto Nombre y Ensayos)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8978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8A6FF"/>
                </a:solidFill>
                <a:latin typeface="Segoe UI"/>
              </a:defRPr>
            </a:pPr>
            <a:r>
              <a:t>📊 Exportación: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17520" y="5897880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Segoe UI"/>
              </a:defRPr>
            </a:pPr>
            <a:r>
              <a:t>QC = 1 hoja  |  LSM = 2 hojas  |  Admin = Excel con todos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836</Words>
  <Application>Microsoft Office PowerPoint</Application>
  <PresentationFormat>Panorámica</PresentationFormat>
  <Paragraphs>85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Estanislao Lojano</cp:lastModifiedBy>
  <cp:revision>2</cp:revision>
  <dcterms:created xsi:type="dcterms:W3CDTF">2013-01-27T09:14:16Z</dcterms:created>
  <dcterms:modified xsi:type="dcterms:W3CDTF">2026-05-04T21:51:36Z</dcterms:modified>
  <cp:category/>
</cp:coreProperties>
</file>